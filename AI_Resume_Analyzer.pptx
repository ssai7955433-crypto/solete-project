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49A62-07FA-4EF4-A6A3-CD7E4B3C5892}" v="3" dt="2026-07-08T14:23:01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40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i" userId="6b9d3bfb26b01d1d" providerId="LiveId" clId="{C993F11C-56CD-4B54-AA50-9C6DD14A1AE0}"/>
    <pc:docChg chg="custSel addSld delSld modSld sldOrd">
      <pc:chgData name="sai sai" userId="6b9d3bfb26b01d1d" providerId="LiveId" clId="{C993F11C-56CD-4B54-AA50-9C6DD14A1AE0}" dt="2026-07-08T14:24:09.888" v="502" actId="962"/>
      <pc:docMkLst>
        <pc:docMk/>
      </pc:docMkLst>
      <pc:sldChg chg="del">
        <pc:chgData name="sai sai" userId="6b9d3bfb26b01d1d" providerId="LiveId" clId="{C993F11C-56CD-4B54-AA50-9C6DD14A1AE0}" dt="2026-07-08T13:23:07.482" v="377" actId="2696"/>
        <pc:sldMkLst>
          <pc:docMk/>
          <pc:sldMk cId="0" sldId="256"/>
        </pc:sldMkLst>
      </pc:sldChg>
      <pc:sldChg chg="modSp mod">
        <pc:chgData name="sai sai" userId="6b9d3bfb26b01d1d" providerId="LiveId" clId="{C993F11C-56CD-4B54-AA50-9C6DD14A1AE0}" dt="2026-07-08T13:23:37.357" v="403" actId="20577"/>
        <pc:sldMkLst>
          <pc:docMk/>
          <pc:sldMk cId="0" sldId="262"/>
        </pc:sldMkLst>
        <pc:spChg chg="mod">
          <ac:chgData name="sai sai" userId="6b9d3bfb26b01d1d" providerId="LiveId" clId="{C993F11C-56CD-4B54-AA50-9C6DD14A1AE0}" dt="2026-07-08T13:23:37.357" v="403" actId="20577"/>
          <ac:spMkLst>
            <pc:docMk/>
            <pc:sldMk cId="0" sldId="262"/>
            <ac:spMk id="3" creationId="{00000000-0000-0000-0000-000000000000}"/>
          </ac:spMkLst>
        </pc:spChg>
      </pc:sldChg>
      <pc:sldChg chg="addSp modSp mod">
        <pc:chgData name="sai sai" userId="6b9d3bfb26b01d1d" providerId="LiveId" clId="{C993F11C-56CD-4B54-AA50-9C6DD14A1AE0}" dt="2026-07-08T14:24:09.888" v="502" actId="962"/>
        <pc:sldMkLst>
          <pc:docMk/>
          <pc:sldMk cId="0" sldId="263"/>
        </pc:sldMkLst>
        <pc:spChg chg="mod">
          <ac:chgData name="sai sai" userId="6b9d3bfb26b01d1d" providerId="LiveId" clId="{C993F11C-56CD-4B54-AA50-9C6DD14A1AE0}" dt="2026-07-08T14:24:09.888" v="502" actId="962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sai sai" userId="6b9d3bfb26b01d1d" providerId="LiveId" clId="{C993F11C-56CD-4B54-AA50-9C6DD14A1AE0}" dt="2026-07-08T14:22:47.645" v="455" actId="1076"/>
          <ac:spMkLst>
            <pc:docMk/>
            <pc:sldMk cId="0" sldId="263"/>
            <ac:spMk id="7" creationId="{048DB56D-8673-3983-67AA-D11090C7DC0B}"/>
          </ac:spMkLst>
        </pc:spChg>
        <pc:spChg chg="add mod">
          <ac:chgData name="sai sai" userId="6b9d3bfb26b01d1d" providerId="LiveId" clId="{C993F11C-56CD-4B54-AA50-9C6DD14A1AE0}" dt="2026-07-08T14:23:48.468" v="496" actId="1076"/>
          <ac:spMkLst>
            <pc:docMk/>
            <pc:sldMk cId="0" sldId="263"/>
            <ac:spMk id="11" creationId="{B8D225AE-4DAE-EAE9-CB70-3A6C0684E89F}"/>
          </ac:spMkLst>
        </pc:spChg>
        <pc:picChg chg="add mod">
          <ac:chgData name="sai sai" userId="6b9d3bfb26b01d1d" providerId="LiveId" clId="{C993F11C-56CD-4B54-AA50-9C6DD14A1AE0}" dt="2026-07-08T14:22:41.010" v="451" actId="1076"/>
          <ac:picMkLst>
            <pc:docMk/>
            <pc:sldMk cId="0" sldId="263"/>
            <ac:picMk id="5" creationId="{27C44427-2389-81ED-5305-A41F2DB8D529}"/>
          </ac:picMkLst>
        </pc:picChg>
        <pc:picChg chg="add mod">
          <ac:chgData name="sai sai" userId="6b9d3bfb26b01d1d" providerId="LiveId" clId="{C993F11C-56CD-4B54-AA50-9C6DD14A1AE0}" dt="2026-07-08T14:22:50.137" v="456" actId="1076"/>
          <ac:picMkLst>
            <pc:docMk/>
            <pc:sldMk cId="0" sldId="263"/>
            <ac:picMk id="9" creationId="{699BD1FF-10D1-F0E6-C3B6-2C29258E9583}"/>
          </ac:picMkLst>
        </pc:picChg>
        <pc:picChg chg="add mod">
          <ac:chgData name="sai sai" userId="6b9d3bfb26b01d1d" providerId="LiveId" clId="{C993F11C-56CD-4B54-AA50-9C6DD14A1AE0}" dt="2026-07-08T14:24:09.888" v="501" actId="27614"/>
          <ac:picMkLst>
            <pc:docMk/>
            <pc:sldMk cId="0" sldId="263"/>
            <ac:picMk id="13" creationId="{34784401-DC08-E6FD-B56F-CF1BCEF90543}"/>
          </ac:picMkLst>
        </pc:picChg>
      </pc:sldChg>
      <pc:sldChg chg="new del">
        <pc:chgData name="sai sai" userId="6b9d3bfb26b01d1d" providerId="LiveId" clId="{C993F11C-56CD-4B54-AA50-9C6DD14A1AE0}" dt="2026-07-08T13:16:09.128" v="1" actId="2696"/>
        <pc:sldMkLst>
          <pc:docMk/>
          <pc:sldMk cId="1700408565" sldId="266"/>
        </pc:sldMkLst>
      </pc:sldChg>
      <pc:sldChg chg="addSp delSp modSp new mod ord modClrScheme chgLayout">
        <pc:chgData name="sai sai" userId="6b9d3bfb26b01d1d" providerId="LiveId" clId="{C993F11C-56CD-4B54-AA50-9C6DD14A1AE0}" dt="2026-07-08T13:24:19.556" v="404"/>
        <pc:sldMkLst>
          <pc:docMk/>
          <pc:sldMk cId="2140009183" sldId="266"/>
        </pc:sldMkLst>
        <pc:spChg chg="add del mod ord">
          <ac:chgData name="sai sai" userId="6b9d3bfb26b01d1d" providerId="LiveId" clId="{C993F11C-56CD-4B54-AA50-9C6DD14A1AE0}" dt="2026-07-08T13:17:18.932" v="44" actId="700"/>
          <ac:spMkLst>
            <pc:docMk/>
            <pc:sldMk cId="2140009183" sldId="266"/>
            <ac:spMk id="2" creationId="{DCB83BF3-7156-9343-8443-CEB89994E767}"/>
          </ac:spMkLst>
        </pc:spChg>
        <pc:spChg chg="add mod ord">
          <ac:chgData name="sai sai" userId="6b9d3bfb26b01d1d" providerId="LiveId" clId="{C993F11C-56CD-4B54-AA50-9C6DD14A1AE0}" dt="2026-07-08T13:24:19.556" v="404"/>
          <ac:spMkLst>
            <pc:docMk/>
            <pc:sldMk cId="2140009183" sldId="266"/>
            <ac:spMk id="3" creationId="{77EBD174-F18E-DB88-FEB9-5536EDD4CAC1}"/>
          </ac:spMkLst>
        </pc:spChg>
        <pc:spChg chg="add del mod">
          <ac:chgData name="sai sai" userId="6b9d3bfb26b01d1d" providerId="LiveId" clId="{C993F11C-56CD-4B54-AA50-9C6DD14A1AE0}" dt="2026-07-08T13:17:18.932" v="44" actId="700"/>
          <ac:spMkLst>
            <pc:docMk/>
            <pc:sldMk cId="2140009183" sldId="266"/>
            <ac:spMk id="4" creationId="{90F46494-EFCA-3B45-48AB-5A0934FA9DE2}"/>
          </ac:spMkLst>
        </pc:spChg>
        <pc:spChg chg="add mod ord">
          <ac:chgData name="sai sai" userId="6b9d3bfb26b01d1d" providerId="LiveId" clId="{C993F11C-56CD-4B54-AA50-9C6DD14A1AE0}" dt="2026-07-08T13:24:19.556" v="404"/>
          <ac:spMkLst>
            <pc:docMk/>
            <pc:sldMk cId="2140009183" sldId="266"/>
            <ac:spMk id="5" creationId="{25F702C5-B92B-DFA7-35A4-92A33C1EFA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7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4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24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1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7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7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0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7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6841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6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0561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62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14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5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1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F702C5-B92B-DFA7-35A4-92A33C1EF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BD174-F18E-DB88-FEB9-5536EDD4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Name : V. </a:t>
            </a:r>
            <a:r>
              <a:rPr lang="en-US" sz="2000" dirty="0" err="1"/>
              <a:t>Sharavana</a:t>
            </a:r>
            <a:r>
              <a:rPr lang="en-US" sz="2000" dirty="0"/>
              <a:t> </a:t>
            </a:r>
            <a:r>
              <a:rPr lang="en-US" sz="2000" dirty="0" err="1"/>
              <a:t>Devankanda</a:t>
            </a:r>
            <a:r>
              <a:rPr lang="en-US" sz="2000" dirty="0"/>
              <a:t> Sai</a:t>
            </a:r>
          </a:p>
          <a:p>
            <a:pPr marL="0" indent="0">
              <a:buNone/>
            </a:pPr>
            <a:r>
              <a:rPr lang="en-US" sz="2000" dirty="0"/>
              <a:t>Reg No:24AFCSE329</a:t>
            </a:r>
          </a:p>
          <a:p>
            <a:pPr marL="0" indent="0">
              <a:buNone/>
            </a:pPr>
            <a:r>
              <a:rPr lang="en-US" sz="2000" dirty="0"/>
              <a:t>College Name : </a:t>
            </a:r>
            <a:r>
              <a:rPr lang="en-US" sz="2000" dirty="0" err="1"/>
              <a:t>Annamacharya</a:t>
            </a:r>
            <a:r>
              <a:rPr lang="en-US" sz="2000" dirty="0"/>
              <a:t> University</a:t>
            </a:r>
          </a:p>
          <a:p>
            <a:pPr marL="0" indent="0">
              <a:buNone/>
            </a:pPr>
            <a:r>
              <a:rPr lang="en-US" sz="2000" dirty="0"/>
              <a:t>Department : Computer Science and Engineering</a:t>
            </a:r>
          </a:p>
          <a:p>
            <a:pPr marL="0" indent="0">
              <a:buNone/>
            </a:pPr>
            <a:r>
              <a:rPr lang="en-IN" sz="2000" dirty="0"/>
              <a:t>Email:ssai7955433@gmail.com</a:t>
            </a:r>
          </a:p>
          <a:p>
            <a:pPr marL="0" indent="0">
              <a:buNone/>
            </a:pPr>
            <a:r>
              <a:rPr lang="en-IN" sz="2000" dirty="0"/>
              <a:t>Mobile Number:8247696886</a:t>
            </a:r>
          </a:p>
          <a:p>
            <a:pPr marL="0" indent="0">
              <a:buNone/>
            </a:pPr>
            <a:r>
              <a:rPr lang="en-IN" sz="2000" dirty="0"/>
              <a:t>Project Name : AI Resume Analyzer</a:t>
            </a:r>
          </a:p>
        </p:txBody>
      </p:sp>
    </p:spTree>
    <p:extLst>
      <p:ext uri="{BB962C8B-B14F-4D97-AF65-F5344CB8AC3E}">
        <p14:creationId xmlns:p14="http://schemas.microsoft.com/office/powerpoint/2010/main" val="214000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Manual resume screening is slow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AI automates analysis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Improves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Upload Resume PDF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Extract Text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Analyze Resume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Estimate ATS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Python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Streamlit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Groq API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PyPDF2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dotenv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Upload Resume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Extract Text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AI Analysis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Display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Strength Analysis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Weakness Analysis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Suggestions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ATS Score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Missing Skills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Code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20249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>
                <a:solidFill>
                  <a:srgbClr val="FFFFFF"/>
                </a:solidFill>
              </a:rPr>
              <a:t>• app.py for UI</a:t>
            </a:r>
          </a:p>
          <a:p>
            <a:pPr>
              <a:defRPr sz="2400"/>
            </a:pP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667" y="8534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Home Page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Resume Upload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Analysis Output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ATS Score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The image displays a user interface with an upload button for a Resume Analysis tool, accepting PDF files up to 200MB in size.&#10;&#10;AI-generated content may be incorrect.">
            <a:extLst>
              <a:ext uri="{FF2B5EF4-FFF2-40B4-BE49-F238E27FC236}">
                <a16:creationId xmlns:a16="http://schemas.microsoft.com/office/drawing/2014/main" id="{27C44427-2389-81ED-5305-A41F2DB8D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1273439"/>
            <a:ext cx="3657600" cy="17583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DB56D-8673-3983-67AA-D11090C7DC0B}"/>
              </a:ext>
            </a:extLst>
          </p:cNvPr>
          <p:cNvSpPr txBox="1"/>
          <p:nvPr/>
        </p:nvSpPr>
        <p:spPr>
          <a:xfrm>
            <a:off x="4250267" y="670223"/>
            <a:ext cx="2971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dirty="0">
                <a:solidFill>
                  <a:srgbClr val="FFFFFF"/>
                </a:solidFill>
              </a:rPr>
              <a:t>• Resume Upload</a:t>
            </a:r>
          </a:p>
        </p:txBody>
      </p:sp>
      <p:pic>
        <p:nvPicPr>
          <p:cNvPr id="9" name="Picture 8" descr="The image displays an extracted text from a resume, listing personal information, education, hobbies, and languages known.&#10;&#10;AI-generated content may be incorrect.">
            <a:extLst>
              <a:ext uri="{FF2B5EF4-FFF2-40B4-BE49-F238E27FC236}">
                <a16:creationId xmlns:a16="http://schemas.microsoft.com/office/drawing/2014/main" id="{699BD1FF-10D1-F0E6-C3B6-2C29258E9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267" y="1188720"/>
            <a:ext cx="3466084" cy="17583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D225AE-4DAE-EAE9-CB70-3A6C0684E89F}"/>
              </a:ext>
            </a:extLst>
          </p:cNvPr>
          <p:cNvSpPr txBox="1"/>
          <p:nvPr/>
        </p:nvSpPr>
        <p:spPr>
          <a:xfrm>
            <a:off x="711201" y="3526156"/>
            <a:ext cx="4588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dirty="0">
                <a:solidFill>
                  <a:srgbClr val="FFFFFF"/>
                </a:solidFill>
              </a:rPr>
              <a:t>• ATS Score</a:t>
            </a:r>
          </a:p>
        </p:txBody>
      </p:sp>
      <p:pic>
        <p:nvPicPr>
          <p:cNvPr id="13" name="Picture 12" descr="The image shows a resume with an ATS score of 60, highlighting a need for additional technical skills and soft skills, such as data structures, cloud computing, and web development frameworks.&#10;&#10;AI-generated content may be incorrect.">
            <a:extLst>
              <a:ext uri="{FF2B5EF4-FFF2-40B4-BE49-F238E27FC236}">
                <a16:creationId xmlns:a16="http://schemas.microsoft.com/office/drawing/2014/main" id="{34784401-DC08-E6FD-B56F-CF1BCEF90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46243"/>
            <a:ext cx="3953933" cy="21458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PDF extraction issues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Different formats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ATS estimation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Saves time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Improves resumes</a:t>
            </a:r>
          </a:p>
          <a:p>
            <a:pPr>
              <a:defRPr sz="2400"/>
            </a:pPr>
            <a:r>
              <a:rPr>
                <a:solidFill>
                  <a:srgbClr val="FFFFFF"/>
                </a:solidFill>
              </a:rPr>
              <a:t>• Helps job seekers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159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sai</cp:lastModifiedBy>
  <cp:revision>1</cp:revision>
  <dcterms:created xsi:type="dcterms:W3CDTF">2013-01-27T09:14:16Z</dcterms:created>
  <dcterms:modified xsi:type="dcterms:W3CDTF">2026-07-08T14:24:11Z</dcterms:modified>
  <cp:category/>
</cp:coreProperties>
</file>